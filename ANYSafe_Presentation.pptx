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353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Présenter le projet et l'équipe.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Parler du contexte métier. Insister sur le fait que les cabinets manipulent des données extrêmement sensibles.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les fonctionnalités. Le résumé IA est la feature phare.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partie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schéma couche par couche : Utilisateurs → Firebase → Cloud Run → Services → Sécurité → VPC.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les choix techniques. Expliquer pourquoi GCP : intégration native Gemini, KMS, Secret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logique Zero-Trust. Montrer la matrice RBAC et insister sur l'isolation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partie attaques.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6 attaques. L'IDOR cross-tenant est la plus impactante à montrer en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le navigateur sur anysafe-episen.web.app. Suivre les 4 étapes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2004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ING3 Sécurité du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ANYSafe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gestion documentaire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cabinets d'avocats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2926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  ·   Nour   ·   Yosra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EPISEN 2026   ·   Superviseur : James Ortiz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métier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des cabinets d'avocats en France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84632" y="1261872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" y="1847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éparpillées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clés USB, serveurs locaux sans traçabilité. Aucune vision centralisée des accès aux dossiers.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115568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337560" y="1261872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3756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847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ultra-sensibles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Contrats, successions, cessions de parts. Une fuite de données engage la responsabilité pénale du cabinet.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115568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90488" y="1261872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9048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847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filiales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cabinets partout en France. Impossible de centraliser sans risque d'accès croisé entre clients.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457200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France, plus de 70 000 avocats dans +300 cabinets — aucune solution SaaS sécurisée dédiée n'existe.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ANYSafe — Fonctionnalités clés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38912" y="1207008"/>
            <a:ext cx="384048" cy="38404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15214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sécurisé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et gestion de dossiers PDF — contrats, successions, baux, NDA — chiffrés au repos via Cloud KMS.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38912" y="1975104"/>
            <a:ext cx="384048" cy="38404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IA automatique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génère un résumé juridique structuré en français pour chaque document uploadé.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38912" y="2743200"/>
            <a:ext cx="384048" cy="38404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68833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multi-tenant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4436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A et Cabinet B sont cloisonnés : impossible d'accéder aux dossiers d'un autre cabinet.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38912" y="3511296"/>
            <a:ext cx="384048" cy="38404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38912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4564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RBAC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1246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 : Admin, Collaborateur, Auditeur. Chaque rôle a des droits stricts sur upload, lecture, suppression.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38912" y="4279392"/>
            <a:ext cx="384048" cy="38404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38912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422452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complet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48056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accès, téléchargement ou tentative d'intrusion est tracé avec trace ID, tenant, timestamp, IP.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1097280"/>
            <a:ext cx="3127248" cy="3840480"/>
          </a:xfrm>
          <a:prstGeom prst="roundRect">
            <a:avLst>
              <a:gd name="adj" fmla="val 4094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80644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d'une action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97880" y="166420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961888" y="169164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Avocat uploade un PDF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192938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dashboard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50608" y="2176272"/>
            <a:ext cx="0" cy="128016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897880" y="230428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961888" y="23317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sur Cloud Storage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25694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 CMEK · PAP activé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50608" y="2816352"/>
            <a:ext cx="0" cy="128016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5897880" y="294436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961888" y="297180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génère un résumé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61888" y="320954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affiché en modal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50608" y="3456432"/>
            <a:ext cx="0" cy="128016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897880" y="358444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961888" y="361188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d'audit créé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61888" y="384962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 · timestamp · IP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50608" y="4096512"/>
            <a:ext cx="0" cy="128016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5897880" y="422452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5961888" y="425196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 par cabinet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61888" y="44897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cabinets sans accès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  ·   Firebase   ·   Zero-Trust   ·   Terraform IaC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any-safe-episen / europe-west9</a:t>
            </a:r>
            <a:endParaRPr lang="en-US" sz="2000" dirty="0"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7E762D5-F260-274B-B272-20A586876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65" y="1052358"/>
            <a:ext cx="4772203" cy="4026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technologies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029968" cy="2962656"/>
          </a:xfrm>
          <a:prstGeom prst="roundRect">
            <a:avLst>
              <a:gd name="adj" fmla="val 4505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29968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202996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664208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2336" y="2139696"/>
            <a:ext cx="1773936" cy="0"/>
          </a:xfrm>
          <a:prstGeom prst="line">
            <a:avLst/>
          </a:prstGeom>
          <a:noFill/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2336" y="213969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PostgreSQL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" y="2615184"/>
            <a:ext cx="1773936" cy="0"/>
          </a:xfrm>
          <a:prstGeom prst="line">
            <a:avLst/>
          </a:prstGeom>
          <a:noFill/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2336" y="261518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" y="3090672"/>
            <a:ext cx="1773936" cy="0"/>
          </a:xfrm>
          <a:prstGeom prst="line">
            <a:avLst/>
          </a:prstGeom>
          <a:noFill/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2336" y="30906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Cloud Run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" y="3566160"/>
            <a:ext cx="1773936" cy="0"/>
          </a:xfrm>
          <a:prstGeom prst="line">
            <a:avLst/>
          </a:prstGeom>
          <a:noFill/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02336" y="3566160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50592" y="1115568"/>
            <a:ext cx="2029968" cy="2487168"/>
          </a:xfrm>
          <a:prstGeom prst="roundRect">
            <a:avLst>
              <a:gd name="adj" fmla="val 45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450592" y="1115568"/>
            <a:ext cx="2029968" cy="438912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450592" y="1335024"/>
            <a:ext cx="202996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450592" y="111556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78608" y="1664208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78608" y="2139696"/>
            <a:ext cx="1773936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578608" y="213969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78608" y="2615184"/>
            <a:ext cx="1773936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78608" y="261518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78608" y="3090672"/>
            <a:ext cx="1773936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78608" y="30906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anysafe-episen.web.app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26864" y="1115568"/>
            <a:ext cx="2029968" cy="2962656"/>
          </a:xfrm>
          <a:prstGeom prst="roundRect">
            <a:avLst>
              <a:gd name="adj" fmla="val 4505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26864" y="1115568"/>
            <a:ext cx="2029968" cy="438912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26864" y="1335024"/>
            <a:ext cx="20299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26864" y="111556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1664208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139696"/>
            <a:ext cx="1773936" cy="0"/>
          </a:xfrm>
          <a:prstGeom prst="line">
            <a:avLst/>
          </a:prstGeom>
          <a:noFill/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0" y="213969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privé + NAT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2615184"/>
            <a:ext cx="1773936" cy="0"/>
          </a:xfrm>
          <a:prstGeom prst="line">
            <a:avLst/>
          </a:prstGeom>
          <a:noFill/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54880" y="261518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— pas d'IP pub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090672"/>
            <a:ext cx="1773936" cy="0"/>
          </a:xfrm>
          <a:prstGeom prst="line">
            <a:avLst/>
          </a:prstGeom>
          <a:noFill/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54880" y="30906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 (CMEK)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566160"/>
            <a:ext cx="1773936" cy="0"/>
          </a:xfrm>
          <a:prstGeom prst="line">
            <a:avLst/>
          </a:prstGeom>
          <a:noFill/>
          <a:ln w="635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54880" y="3566160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03136" y="1115568"/>
            <a:ext cx="2029968" cy="2962656"/>
          </a:xfrm>
          <a:prstGeom prst="roundRect">
            <a:avLst>
              <a:gd name="adj" fmla="val 450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803136" y="1115568"/>
            <a:ext cx="2029968" cy="438912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803136" y="1335024"/>
            <a:ext cx="2029968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803136" y="111556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31152" y="1664208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par défaut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31152" y="2139696"/>
            <a:ext cx="1773936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931152" y="2139696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3 rôles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31152" y="2615184"/>
            <a:ext cx="1773936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931152" y="261518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JSON structuré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31152" y="3090672"/>
            <a:ext cx="1773936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931152" y="3090672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(429)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31152" y="3566160"/>
            <a:ext cx="1773936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931152" y="3566160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 sur Cloud Storage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Zero-Trust &amp; isolation multi-tenant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115568"/>
            <a:ext cx="4114800" cy="373075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stricte entre cabinets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664208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dossier_dupont.pdf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contrat_bail.pdf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nda_client.pdf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1664208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23160" y="17190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01168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succession_martin.pdf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ascord_cession.pdf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3182112"/>
            <a:ext cx="3611880" cy="512064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3182112"/>
            <a:ext cx="34564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cross-tenant   →   HTTP 403 Cross-Tenant Block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79476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JWT embarque tenant_id + role + email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206240" cy="373075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28032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droits RBAC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73168" y="1664208"/>
            <a:ext cx="9144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73168" y="16642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15584" y="1664208"/>
            <a:ext cx="62179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815584" y="166420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73952" y="1664208"/>
            <a:ext cx="62179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73952" y="166420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1664208"/>
            <a:ext cx="62179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132320" y="166420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90688" y="1664208"/>
            <a:ext cx="621792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790688" y="166420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2103120"/>
            <a:ext cx="9144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73168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15584" y="210312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815584" y="210312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73952" y="210312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473952" y="210312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32320" y="210312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132320" y="210312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90688" y="210312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790688" y="210312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73168" y="27432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73168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15584" y="2743200"/>
            <a:ext cx="621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815584" y="274320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73952" y="2743200"/>
            <a:ext cx="621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473952" y="274320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2743200"/>
            <a:ext cx="621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132320" y="274320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90688" y="2743200"/>
            <a:ext cx="621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7790688" y="274320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73168" y="3383280"/>
            <a:ext cx="9144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773168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Auditeur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15584" y="338328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815584" y="33832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73952" y="338328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473952" y="33832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132320" y="338328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132320" y="33832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90688" y="3383280"/>
            <a:ext cx="62179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7790688" y="33832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73168" y="4069080"/>
            <a:ext cx="3977640" cy="530352"/>
          </a:xfrm>
          <a:prstGeom prst="roundRect">
            <a:avLst>
              <a:gd name="adj" fmla="val 1206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846320" y="4069080"/>
            <a:ext cx="3822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requête API est validée : token valide + tenant isolé + rôle suffisant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d'attaques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attaques   ·   Mode vulnérable vs mode sécurisé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vecteurs d'attaque simulés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7939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1704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cross-tenant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93192" y="159105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75564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— accès au dossier d'un autre cabinet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591056"/>
            <a:ext cx="194767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96312" y="15910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96312" y="1755648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— Cross-Tenant Block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82312" y="1078992"/>
            <a:ext cx="427939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92040" y="11887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92040" y="1188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30952" y="11704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5910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19472" y="159105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19472" y="175564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Auditeur supprime un fichier — HTTP 200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1591056"/>
            <a:ext cx="194767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022592" y="15910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22592" y="1755648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— RBAC bloque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450592"/>
            <a:ext cx="427939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" y="2560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25420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Replay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9626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93192" y="296265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" y="312724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révoqué toujours accepté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2962656"/>
            <a:ext cx="194767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496312" y="29626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96312" y="3127248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401 — liste noire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82312" y="2450592"/>
            <a:ext cx="427939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92040" y="25603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892040" y="2560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30952" y="25420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GCS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92040" y="29626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919472" y="296265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19472" y="312724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au bucket GCS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95160" y="2962656"/>
            <a:ext cx="194767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022592" y="29626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22592" y="3127248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— PAP activé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3822192"/>
            <a:ext cx="427939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65760" y="39319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65760" y="3931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4672" y="39136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/ Rate Limiting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3342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93192" y="433425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93192" y="449884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9 999 requêtes sans blocage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68880" y="4334256"/>
            <a:ext cx="194767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496312" y="43342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496312" y="4498848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dès la 6e requête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82312" y="3822192"/>
            <a:ext cx="4279392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4892040" y="39319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892040" y="3931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30952" y="39136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secrets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892040" y="4334256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919472" y="433425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Vulnérable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19472" y="449884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DB visible dans les logs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95160" y="4334256"/>
            <a:ext cx="194767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7022592" y="43342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022592" y="4498848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[REDACTED] — Secret Manager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anysafe-episen.web.app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384048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Connexion Cabinet A — rôle Admin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384048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624328" y="384048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Upload PDF + résumé IA Gemini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73168" y="384048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 IDOR cross-tenant (403)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03720" y="384048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922008" y="384048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Logs d'audit en temps réel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777</Words>
  <Application>Microsoft Macintosh PowerPoint</Application>
  <PresentationFormat>Affichage à l'écran (16:9)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ANYSafe — Plateforme SaaS Juridique Zero-Trust</dc:title>
  <dc:subject>PptxGenJS Presentation</dc:subject>
  <dc:creator>PptxGenJS</dc:creator>
  <cp:lastModifiedBy>Sekri Yosra</cp:lastModifiedBy>
  <cp:revision>2</cp:revision>
  <dcterms:created xsi:type="dcterms:W3CDTF">2026-06-15T22:11:10Z</dcterms:created>
  <dcterms:modified xsi:type="dcterms:W3CDTF">2026-06-15T22:19:01Z</dcterms:modified>
</cp:coreProperties>
</file>